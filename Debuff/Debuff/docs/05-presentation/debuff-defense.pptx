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CS2饰品交易平台设计与实现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RuoYi-Vue 框架的毕业设计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答辩人：XXX  |  指导教师：XXX  |  2026年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团队成员：XXX / XXX / XXX / XXX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项目背景与动机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CS2（原CS:GO）饰品市场规模超数十亿美元，玩家对安全、透明的交易渠道需求强烈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现有痛点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第三方平台手续费高、交易流程不透明、缺少统一的价格参考机制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10896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构建一个功能完整的C2C饰品交易平台，涵盖上架、购买、求购、钱包等完整交易闭环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20116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技术驱动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38862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采用前后端分离架构，Spring Boot + Vue3 主流技术栈，JWT安全认证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关键词：C2C交易  |  饰品市场  |  钱包系统  |  订单状态机  |  数据看板  |  定时任务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用户端功能（8个模块）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饰品市场 - 浏览/搜索/筛选/价格历史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6334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库存管理 - 饰品实例/磨损度/贴纸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7238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上架交易 - 定价/上架/下架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订单交易 - 购买/确认/取消/超时自动取消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502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求购系统 - 发布/修改/取消求购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钱包系统 - 充值/提现/流水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82803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收藏功能 &amp; 公告查看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463040"/>
            <a:ext cx="5212080" cy="548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463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管理端功能（6个模块）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饰品管理 - CRUD + 上下架控制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6334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武器类型/品质管理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07238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订单管理 - 查看/导出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51129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钱包/流水管理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9502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公告管理 - 富文本编辑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389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数据看板 - 统计/趋势/TOP/分布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角色：普通用户（买卖饰品）  |  管理员（内容管理+数据看板）  |  超级管理员（系统配置+权限管理）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Element Plus + Vite + ECharts + Pinia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822960"/>
          </a:xfrm>
          <a:prstGeom prst="rect">
            <a:avLst/>
          </a:prstGeom>
          <a:solidFill>
            <a:srgbClr val="67C2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反向代理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静态资源托管 + /dev-api 转发 → localhost:8080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2.5 + Spring Security + JWT + MyBatis + Quartz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solidFill>
            <a:srgbClr val="E6A2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(业务数据)  +  Redis (缓存/Token/会话)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4343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饰品定义（3表）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60320" cy="2377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debuff_weapon_type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debuff_skin_quality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debuff_skin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交易核心（4表）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560320" cy="2377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debuff_inventory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debuff_skin_listing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debuff_order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debuff_buy_order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560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用户&amp;资金（3表）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560320" cy="2377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debuff_user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debuff_user_wallet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debuff_wallet_log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463040"/>
            <a:ext cx="25603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辅助功能（3表）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560320" cy="23774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9189720" y="2057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debuff_favorite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debuff_announcement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debuff_price_history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51663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13张业务表 + 17张系统表，utf8mb4字符集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3212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饰品定义(SKU)与库存实例分离，支持一物一码(磨损度/贴纸)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89788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挂单表inventory_id唯一约束，确保一物一挂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62636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钱包流水balance_before/balance_after保证账目可追溯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核心业务流程 — 交易链路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82880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库存→在售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设置价格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926080" y="1645920"/>
            <a:ext cx="182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浏览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26080" y="2286000"/>
            <a:ext cx="182880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2377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市场筛选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搜索饰品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120640" y="1645920"/>
            <a:ext cx="182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2286000"/>
            <a:ext cx="182880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377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冻结买家余额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生成订单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315200" y="1645920"/>
            <a:ext cx="182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确认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0" y="2286000"/>
            <a:ext cx="182880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377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买家确认收货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卖家收入到账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09760" y="1645920"/>
            <a:ext cx="1828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1645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完成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09760" y="2286000"/>
            <a:ext cx="182880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0" y="237744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库存转移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流水记录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异常流程处理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480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超时自动取消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4480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Quartz定时任务每60秒扫描，超过15分钟未确认的订单自动取消，回退余额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4937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余额不足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49377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下单前校验钱包余额，不足则拒绝下单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并发安全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5394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下单时锁定listing状态，防止一物多卖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852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手续费计算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017520" y="58521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平台抽取一定比例手续费，卖家实际收入 = 售价 - 手续费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总接口数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前台接口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56032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后台接口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56032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5087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0525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模块分组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8138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关键接口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饰品市场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list / search / hot / detail / priceHistory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交易订单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buy / confirm / cancel / my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钱包系统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 / logs / recharge / withdraw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上架下架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/ delete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求购系统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create / list / my / update / delete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饰品管理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list / add / edit / remove / changeStatus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数据看板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overview / orderTrend / topSkins / statusDist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团队分工与模块划分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2004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成员A（组长/C角色）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554480"/>
            <a:ext cx="77724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6002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核心模块：交易订单模块 + 上架交易模块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205740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其他：定时任务(订单超时自动取消) + 数据看板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200400" cy="1005840"/>
          </a:xfrm>
          <a:prstGeom prst="rect">
            <a:avLst/>
          </a:prstGeom>
          <a:solidFill>
            <a:srgbClr val="409E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2743200"/>
            <a:ext cx="77724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27889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核心模块：饰品市场模块 + 求购系统模块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324612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其他：收藏功能 + 饰品搜索/推荐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200400" cy="1005840"/>
          </a:xfrm>
          <a:prstGeom prst="rect">
            <a:avLst/>
          </a:prstGeom>
          <a:solidFill>
            <a:srgbClr val="67C23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31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40480" y="3931920"/>
            <a:ext cx="77724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97764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核心模块：钱包模块 + 库存管理模块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44348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其他：公告模块 + 充值/提现/流水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200400" cy="1005840"/>
          </a:xfrm>
          <a:prstGeom prst="rect">
            <a:avLst/>
          </a:prstGeom>
          <a:solidFill>
            <a:srgbClr val="E6A23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0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40480" y="5120640"/>
            <a:ext cx="77724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0" y="51663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核心模块：系统管理模块(若依标准)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56235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其他：饰品后台管理 + 武器类型/品质管理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每人至少负责2个业务模块，确保工作量均衡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测试用例总数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56032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56032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交易模块用例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1463040"/>
            <a:ext cx="2560320" cy="11887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525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钱包模块用例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测试类型覆盖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09728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66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56616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106条用例覆盖全部业务模块的正常/异常流程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109728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069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接口测试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06908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77个API逐一验证参数校验、权限控制、响应格式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09728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安全测试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57200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越权访问、SQL注入、XSS防护、Token伪造检测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09728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074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43200" y="507492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市场列表响应&lt;500ms、100并发下单无数据不一致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577840"/>
            <a:ext cx="109728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577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定时任务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0" y="5577840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订单超时15分钟自动取消、余额正确回退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项目亮点与技术特色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完整交易闭环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上架→浏览→下单→确认→完成，含超时自动取消、手续费计算、钱包流水全链路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554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待确认→已完成/已取消，状态流转严格校验，定时任务保障数据一致性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一物一码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饰品定义(SKU)与库存实例分离，每件饰品有独立磨损度、贴纸信息、检视链接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10896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ECharts实现订单趋势图、TOP饰品排行、订单状态分布，辅助运营决策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钱包安全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balance_before/balance_after流水追溯，充值/提现上限控制，冻结金额机制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754880"/>
            <a:ext cx="5394960" cy="1371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846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权限体系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53035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 + JWT + @PreAuthorize细粒度接口权限，RBAC角色模型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系统演示与部署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03520" cy="4114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部署架构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前端: Nginx 静态托管 + API反向代理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后端: Spring Boot JAR (端口8080)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数据库: MySQL 8.0 (Debuff库)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缓存: Redis (localhost:6379)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开发: Vite 8081 → 代理 → 8080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212080" cy="4114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953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admin123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2743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test1 / admin123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快速启动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8404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导入SQL脚本初始化数据库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启动Redis服务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mvn clean package -DskipTests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java -jar debuff-admin.jar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npm run dev (前端开发模式)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Debuff — CS2饰品交易平台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欢迎提问与指导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答辩人：XXX  |  2026年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Debuff CS2饰品交易平台 - 毕业答辩</dc:title>
  <dc:subject>PptxGenJS Presentation</dc:subject>
  <dc:creator>Debuff Team</dc:creator>
  <cp:lastModifiedBy>Debuff Team</cp:lastModifiedBy>
  <cp:revision>1</cp:revision>
  <dcterms:created xsi:type="dcterms:W3CDTF">2026-08-27T12:00:08Z</dcterms:created>
  <dcterms:modified xsi:type="dcterms:W3CDTF">2026-08-27T12:00:08Z</dcterms:modified>
</cp:coreProperties>
</file>